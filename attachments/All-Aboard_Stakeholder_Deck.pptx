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6583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755648"/>
            <a:ext cx="6217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organizational navigation for complex enterprises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" y="2304288"/>
            <a:ext cx="5394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employees understand how the company works, find the right people, and see downstream impact before they act.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3246120"/>
            <a:ext cx="950976" cy="292608"/>
          </a:xfrm>
          <a:prstGeom prst="roundRect">
            <a:avLst>
              <a:gd name="adj" fmla="val 25000"/>
            </a:avLst>
          </a:prstGeom>
          <a:solidFill>
            <a:srgbClr val="2B78C5"/>
          </a:solidFill>
          <a:ln w="12700">
            <a:solidFill>
              <a:srgbClr val="2B78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0098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892808" y="3246120"/>
            <a:ext cx="950976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30098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035808" y="3246120"/>
            <a:ext cx="950976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30098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178808" y="3246120"/>
            <a:ext cx="950976" cy="292608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330098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458200" y="260604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68512" y="2889504"/>
            <a:ext cx="38404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8745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B78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2011680"/>
            <a:ext cx="9509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73736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874520"/>
            <a:ext cx="9509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32461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57232" y="3383280"/>
            <a:ext cx="9509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01000" y="402336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4160520"/>
            <a:ext cx="95097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problem: organizational opacity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companies already have the data; employees still cannot navigate it.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7D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B78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36192"/>
            <a:ext cx="24597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hires ramp slowly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837944"/>
            <a:ext cx="245973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systems, acronyms, ownership boundaries, and historical decisions take months to decode.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14173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1536192"/>
            <a:ext cx="24597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Experts are invisible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22192" y="1837944"/>
            <a:ext cx="245973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role titles hide prior experience, informal expertise, and trusted relationship paths.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75120" y="14173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536192"/>
            <a:ext cx="24597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changes surprise teams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39712" y="1837944"/>
            <a:ext cx="245973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change can hit downstream apps, policies, vendors, and business processes.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92640" y="14173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57232" y="1536192"/>
            <a:ext cx="159105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walks 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57232" y="1837944"/>
            <a:ext cx="159105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Retirements, transfers, and contractors remove institutional memory from the org.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397764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133088"/>
            <a:ext cx="1024128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397764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4133088"/>
            <a:ext cx="1024128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397764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4133088"/>
            <a:ext cx="1024128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97764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4133088"/>
            <a:ext cx="1024128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397764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4133088"/>
            <a:ext cx="1024128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35440" y="397764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8592" y="4133088"/>
            <a:ext cx="1024128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systems produce fragmented answers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wedge: not onboarding software — navigation software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is the easiest entry point, but the daily-use case is broader.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7D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7672" y="2743200"/>
            <a:ext cx="7498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94360" y="205740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6510">
            <a:solidFill>
              <a:srgbClr val="2B7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1143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" y="274320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my role and context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15384" y="2743200"/>
            <a:ext cx="7498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205740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331720"/>
            <a:ext cx="1143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90088" y="274320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people, systems, and knowledge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83096" y="2743200"/>
            <a:ext cx="7498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9784" y="205740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2331720"/>
            <a:ext cx="1143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274320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warm paths to reach expertise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750808" y="2743200"/>
            <a:ext cx="7498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97496" y="205740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651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2331720"/>
            <a:ext cx="1143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25512" y="274320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what could break before acting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2743200"/>
            <a:ext cx="7498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65208" y="205740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651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2368" y="2331720"/>
            <a:ext cx="1143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93224" y="274320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tribal knowledge before it leaves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40280" y="4626864"/>
            <a:ext cx="882396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All-Aboard is a cross-domain reasoning layer across HR, collaboration, knowledge, systems, and prior-career data. It answers questions no single source system can answer alone.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architecture: four graphs + one reasoning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value is synthesis, not another repository.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7D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9472" y="2651760"/>
            <a:ext cx="1463040" cy="11430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02352" y="2926080"/>
            <a:ext cx="10789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All-Aboard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B78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73352"/>
            <a:ext cx="21854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975104"/>
            <a:ext cx="21854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People, teams, current roles, prior employers, references, warm relationship paths.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006840" y="15544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71432" y="1673352"/>
            <a:ext cx="21854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71432" y="1975104"/>
            <a:ext cx="21854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Documents, SOPs, decisions, meetings, policies, incidents, institutional history.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4187952"/>
            <a:ext cx="21854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Graph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" y="4489704"/>
            <a:ext cx="21854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Applications, APIs, databases, vendors, business processes, owners.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40690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71432" y="4187952"/>
            <a:ext cx="21854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Graph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71432" y="4489704"/>
            <a:ext cx="21854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changes, affected systems, risk, approvals, owners, past analogs.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experience: shortest trusted path to expertise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should recommend a path without exposing unnecessary relationship telemetry.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7D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3063240"/>
            <a:ext cx="2057400" cy="0"/>
          </a:xfrm>
          <a:prstGeom prst="line">
            <a:avLst/>
          </a:prstGeom>
          <a:noFill/>
          <a:ln w="15240">
            <a:solidFill>
              <a:srgbClr val="2B78C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09160" y="3063240"/>
            <a:ext cx="1920240" cy="0"/>
          </a:xfrm>
          <a:prstGeom prst="line">
            <a:avLst/>
          </a:prstGeom>
          <a:noFill/>
          <a:ln w="15240">
            <a:solidFill>
              <a:srgbClr val="2B78C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818120" y="3063240"/>
            <a:ext cx="1920240" cy="0"/>
          </a:xfrm>
          <a:prstGeom prst="line">
            <a:avLst/>
          </a:prstGeom>
          <a:noFill/>
          <a:ln w="15240">
            <a:solidFill>
              <a:srgbClr val="2B78C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24231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B78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42032"/>
            <a:ext cx="1773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843784"/>
            <a:ext cx="177393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device telemetry + utility integration context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24231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542032"/>
            <a:ext cx="1773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9312" y="2843784"/>
            <a:ext cx="177393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with Brendan at Nautilus; provided reference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24231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542032"/>
            <a:ext cx="1773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Brendan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1112" y="2843784"/>
            <a:ext cx="177393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devices + utility systems expertise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64040" y="24231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2542032"/>
            <a:ext cx="1773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28632" y="2843784"/>
            <a:ext cx="177393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Robert for intro; consult internal SME Sarah first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4736592"/>
            <a:ext cx="8183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richer than “find an expert.” It uses current context, prior work history, verified professional relationships, and internal relevance to suggest a practical collaboration path.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landscape: the pieces exist, the orchestration is the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incumbents own a slice. All-Aboard’s whitespace is cross-domain employee-facing reasoning.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7D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2B78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27632"/>
            <a:ext cx="15453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929384"/>
            <a:ext cx="15453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+ collaboration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627632"/>
            <a:ext cx="15453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Workday/Oracle/SAP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99232" y="1929384"/>
            <a:ext cx="15453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+ skills + onboarding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627632"/>
            <a:ext cx="15453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Glean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9512" y="1929384"/>
            <a:ext cx="15453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+ experts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627632"/>
            <a:ext cx="15453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79792" y="1929384"/>
            <a:ext cx="15453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+ workflows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5548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1627632"/>
            <a:ext cx="15453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LinkedIn/ONA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20072" y="1929384"/>
            <a:ext cx="15453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+ relationship graph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All-Aboard Target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886200" y="4160520"/>
            <a:ext cx="4434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032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434840"/>
            <a:ext cx="3886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+ career history + relationships + knowledge + systems + downstream impact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MVP: prove one question no source system can answer alone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credible prototype with synthetic data before touching real enterprise data.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7D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35608"/>
            <a:ext cx="393192" cy="393192"/>
          </a:xfrm>
          <a:prstGeom prst="ellipse">
            <a:avLst/>
          </a:prstGeom>
          <a:solidFill>
            <a:srgbClr val="2B78C5"/>
          </a:solidFill>
          <a:ln w="12700">
            <a:solidFill>
              <a:srgbClr val="2B78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63624"/>
            <a:ext cx="12801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10972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23160" y="1417320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institutional answer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12848"/>
            <a:ext cx="393192" cy="3931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340864"/>
            <a:ext cx="12801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23160" y="2194560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discovery from current + prior history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990088"/>
            <a:ext cx="393192" cy="3931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118104"/>
            <a:ext cx="12801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2971800"/>
            <a:ext cx="10972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2971800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introduction path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767328"/>
            <a:ext cx="393192" cy="39319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895344"/>
            <a:ext cx="12801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3749040"/>
            <a:ext cx="10972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23160" y="3749040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and teams affected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544568"/>
            <a:ext cx="393192" cy="39319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672584"/>
            <a:ext cx="12801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25880" y="4526280"/>
            <a:ext cx="10972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23160" y="4526280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30/60/90 plan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146304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B78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1581912"/>
            <a:ext cx="30998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prototype scope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62672" y="1883664"/>
            <a:ext cx="309981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graph, clickable UI, four scripted scenarios, permission-aware retrieval mock, and stakeholder demo package.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0" y="32461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364992"/>
            <a:ext cx="30998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test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62672" y="3666744"/>
            <a:ext cx="309981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reviewer asks one natural-language question and receives people, systems, source evidence, and next actions in one coherent response.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949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keep going, but stay disciplined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concept is promising if we frame it correctly and avoid claiming novelty where prior art is heavy.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7D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36192"/>
            <a:ext cx="2916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pitch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1837944"/>
            <a:ext cx="291693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“AI onboarding tool” or “AI expert finder.” Those categories are crowded and incumbent-heavy.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4F8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536192"/>
            <a:ext cx="2916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8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pitch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5152" y="1837944"/>
            <a:ext cx="291693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“AI organizational navigation platform” / “Google Maps for your enterprise.”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B78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536192"/>
            <a:ext cx="2916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48472" y="1837944"/>
            <a:ext cx="291693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PRD, deck, workbook, and prototype to test the narrative with utility and enterprise operators.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hypothesis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632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All-Aboard wins if it can answer practical organizational questions across people, relationships, knowledge, systems, and impact better than any single enterprise system.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24160" y="647395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All-Aboard |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Project All-Aboard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All-Aboard</dc:title>
  <dc:subject>Project All-Aboard stakeholder deck</dc:subject>
  <dc:creator>OpenAI</dc:creator>
  <cp:lastModifiedBy>OpenAI</cp:lastModifiedBy>
  <cp:revision>1</cp:revision>
  <dcterms:created xsi:type="dcterms:W3CDTF">2026-08-16T01:17:26Z</dcterms:created>
  <dcterms:modified xsi:type="dcterms:W3CDTF">2026-08-16T01:17:26Z</dcterms:modified>
</cp:coreProperties>
</file>